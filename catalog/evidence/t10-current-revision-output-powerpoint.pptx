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72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6B3FFB-F616-64F9-3620-171112CCF7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F64C455-3F91-7207-3B3D-2FA8C5E247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02D561A-EC52-6AD3-6F24-A2B8DA688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F9252-DFD8-49DC-8C54-7575AD447D87}" type="datetimeFigureOut">
              <a:rPr kumimoji="1" lang="ja-JP" altLang="en-US" smtClean="0"/>
              <a:t>2026/9/10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96A501B-2A4D-993F-E9F4-7A58D9218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C8A5DDE-0504-49DC-19C4-2C54CAB8E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D3181-9096-4581-ACEF-3197009761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50287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870B74-6956-5F2A-122E-469D6E6B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20F4014-2D88-D2AB-5A6A-EDB3FC3935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4C2F3F4-37B1-D995-8E15-480401A65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F9252-DFD8-49DC-8C54-7575AD447D87}" type="datetimeFigureOut">
              <a:rPr kumimoji="1" lang="ja-JP" altLang="en-US" smtClean="0"/>
              <a:t>2026/9/10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FD64C8A-757D-D2BA-826E-BA58838D1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32B154-8EE9-E323-CAEF-A90444402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D3181-9096-4581-ACEF-3197009761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85452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076BDC-3D3E-D949-4160-8D506AC68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B2C78AF-3F53-024D-85EE-CFB7284D4D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2EAAD37-1EFE-28B3-DE6A-888969C57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F9252-DFD8-49DC-8C54-7575AD447D87}" type="datetimeFigureOut">
              <a:rPr kumimoji="1" lang="ja-JP" altLang="en-US" smtClean="0"/>
              <a:t>2026/9/10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DF2120F-0682-7F00-901E-F0A6ACAAE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7AF123E-EA46-8032-D374-59CB430B4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D3181-9096-4581-ACEF-3197009761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156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FC5A38-2E7C-177F-DF86-9C26AECC1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65E457E-3730-5DD1-08D9-C57CA14DF8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005DE72-A760-1B50-E173-04BD6196AF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64B9D02-EA49-F8B5-B1B1-A7000AA7F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F9252-DFD8-49DC-8C54-7575AD447D87}" type="datetimeFigureOut">
              <a:rPr kumimoji="1" lang="ja-JP" altLang="en-US" smtClean="0"/>
              <a:t>2026/9/10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7A3939F-E546-57F1-33BF-116FF7EB4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F05A709-BBF7-31FA-80A9-5917AF908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D3181-9096-4581-ACEF-3197009761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9384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46DC51D-299F-3EEF-AFEF-B036CF910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5A61EEC-ECEC-AEBB-1C40-113B9D22E3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57DEDD2-EE7D-D7FD-CB4E-F0B0E919C8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506B71D-B84C-30B1-7CEF-6447D68423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DFAE204-4EEA-2EE9-14DD-D7CA8A0937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DDC43DA-B4B6-45B9-D2EC-AD8834BAF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F9252-DFD8-49DC-8C54-7575AD447D87}" type="datetimeFigureOut">
              <a:rPr kumimoji="1" lang="ja-JP" altLang="en-US" smtClean="0"/>
              <a:t>2026/9/10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7E28B6C-6CC1-7E45-DD32-BEC6867EC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D02441B-F130-86BC-B5B9-879E128B8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D3181-9096-4581-ACEF-3197009761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7160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C2E844-D1D6-1947-376E-06F96A6D4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76AC946-0427-B20D-3635-D9F54A4C5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F9252-DFD8-49DC-8C54-7575AD447D87}" type="datetimeFigureOut">
              <a:rPr kumimoji="1" lang="ja-JP" altLang="en-US" smtClean="0"/>
              <a:t>2026/9/10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85DCEC0-91E4-B166-4C1F-EA244D203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CDA6AE3-1A63-268C-2BB0-A94AB7665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D3181-9096-4581-ACEF-3197009761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33700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919467B-049F-AEBE-3DCA-6F7F71C80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F9252-DFD8-49DC-8C54-7575AD447D87}" type="datetimeFigureOut">
              <a:rPr kumimoji="1" lang="ja-JP" altLang="en-US" smtClean="0"/>
              <a:t>2026/9/10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EFDA615-45DF-B748-2FE9-3B3D834A0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298702C-4A90-41C1-D1F5-4ACDDD11D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D3181-9096-4581-ACEF-3197009761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30450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CED277C-B17F-2722-3CD5-DD51B9C58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E00D2E3-DB03-53DF-737E-51BE4C1C08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37BE883-1D93-8997-7AF4-02B68378E7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C6AD236-1BA9-5715-C89A-72031708A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F9252-DFD8-49DC-8C54-7575AD447D87}" type="datetimeFigureOut">
              <a:rPr kumimoji="1" lang="ja-JP" altLang="en-US" smtClean="0"/>
              <a:t>2026/9/10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B01C324-64F0-F9B8-C52E-DF62C578F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AC64E16-80D0-4284-54CE-860A037CE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D3181-9096-4581-ACEF-3197009761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2745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0B3204-AD2F-509E-22B8-4DB5E1582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9A11C83-82D7-5310-8E56-572229C9A9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CFCD4F3-948F-A7BF-1CC5-C948D9AA59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39DE803-06E2-A934-A069-E389A1E01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F9252-DFD8-49DC-8C54-7575AD447D87}" type="datetimeFigureOut">
              <a:rPr kumimoji="1" lang="ja-JP" altLang="en-US" smtClean="0"/>
              <a:t>2026/9/10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5F9640F-92BA-3F37-4AC4-B6F26E4BC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3F9DB6A-0672-83E6-66B8-250A27B87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D3181-9096-4581-ACEF-3197009761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64517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60E776-18A6-A3F0-17B0-6D37D9FC7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0DD0000-625B-9B03-1222-2EA8E0682F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C9168CE-4527-15AE-FA1C-74ED10618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F9252-DFD8-49DC-8C54-7575AD447D87}" type="datetimeFigureOut">
              <a:rPr kumimoji="1" lang="ja-JP" altLang="en-US" smtClean="0"/>
              <a:t>2026/9/10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48FC907-C653-242D-765D-CA5BC8C95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EC0CE5B-BFDA-1746-B402-824C67CAF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D3181-9096-4581-ACEF-3197009761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1900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0BA42BF-C5FA-FBCC-9840-EA0F45B0F1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064D9ED-2329-C8D1-A365-23C1211BD9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7523E51-C254-239D-F863-2C33C0FAA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F9252-DFD8-49DC-8C54-7575AD447D87}" type="datetimeFigureOut">
              <a:rPr kumimoji="1" lang="ja-JP" altLang="en-US" smtClean="0"/>
              <a:t>2026/9/10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30268E0-1298-68D0-937A-3638D217D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7E7B5D-BDB0-FF5F-AD6F-8C7ED8AF5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D3181-9096-4581-ACEF-3197009761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6434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6742F06-C652-882E-C8F5-119355495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62E990D-D278-3FAF-D4B2-CC50B1353C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81585B4-1ACD-17A3-BEC6-EFDE53A661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0F9252-DFD8-49DC-8C54-7575AD447D87}" type="datetimeFigureOut">
              <a:rPr kumimoji="1" lang="ja-JP" altLang="en-US" smtClean="0"/>
              <a:t>2026/9/10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474B09C-B25B-5F55-47D7-6EAB3971DF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5B9320E-5EBA-EF4F-E0BD-00554EB77E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4D3181-9096-4581-ACEF-3197009761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2666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FB4E198-2AEF-1306-00E2-B296ED1D5E57}"/>
              </a:ext>
            </a:extLst>
          </p:cNvPr>
          <p:cNvSpPr txBox="1"/>
          <p:nvPr/>
        </p:nvSpPr>
        <p:spPr>
          <a:xfrm>
            <a:off x="635000" y="635000"/>
            <a:ext cx="762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/>
              <a:t>CopilotOffice 246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727288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ワイド画面</PresentationFormat>
  <Paragraphs>1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小谷 侑輝</dc:creator>
  <cp:lastModifiedBy>小谷 侑輝</cp:lastModifiedBy>
  <cp:revision>1</cp:revision>
  <dcterms:created xsi:type="dcterms:W3CDTF">2026-09-10T07:21:38Z</dcterms:created>
  <dcterms:modified xsi:type="dcterms:W3CDTF">2026-09-10T07:21:38Z</dcterms:modified>
</cp:coreProperties>
</file>