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7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08783C-29EA-7090-ADC6-762327916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233FBA8-19DD-04BC-F6B4-222767726E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F444B1-6D93-3596-51CD-6D7D137D8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3F065-9526-4308-81F7-4EB6B743A04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1D41DF-D427-5D81-D81E-5E651E8F5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99CDA86-C3F3-93FA-E9B1-514B065D5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454ED-8F53-47A7-825D-491C7AEE3C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4903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73A948-5536-E304-A4A0-DFB9C52F3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3D2ABC5-BEFA-D91C-AD94-BA20C4BC8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163127-3F92-342C-B1F7-40470DD1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3F065-9526-4308-81F7-4EB6B743A04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74577E-4950-C603-CC40-CBF004179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79CF6D-71C2-96F1-E66D-70D6C3E82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454ED-8F53-47A7-825D-491C7AEE3C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2272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BE2E44-0EB4-067E-1001-CC71EE4EF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43D52D7-E83A-F358-25C6-C22AC092E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656F8F3-A38D-E738-C27C-6E7AAA128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3F065-9526-4308-81F7-4EB6B743A04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63CBDB-1F23-AC10-3A4E-49A443114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6DF0E2-CC12-03C7-AB6F-22E8F64A8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454ED-8F53-47A7-825D-491C7AEE3C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7245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54D1D4-686A-2574-EF2F-58844194E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625E3A-10F1-73C0-0CF1-995C4C0FAA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2D4C2D5-BA0A-9042-9DF5-E59EB76AE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7F7F3A-7180-6FE8-52A4-307CBEC50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3F065-9526-4308-81F7-4EB6B743A04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2B63D94-3D3C-75DB-007E-D77EEEDD0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F62B531-59AF-65E7-9F24-5AF0AD1A2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454ED-8F53-47A7-825D-491C7AEE3C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6423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4D6757-E4DE-2038-257A-824A31C34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EE5456A-32CB-0A2E-2B5F-9DF0A091C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B7319BC-5B0F-8A6B-BDD3-EE4BC7E94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85FE0F3-9902-CB55-47A0-3AF7D642DB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42964E5-F7F4-C573-C092-70E8AA4A7B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7D1CC5D-3FAB-C285-EF34-9A0104E63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3F065-9526-4308-81F7-4EB6B743A04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E1E7D93-C28E-758A-EA3E-F54427163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4935FB1-2FA9-C185-E125-07CAFE9D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454ED-8F53-47A7-825D-491C7AEE3C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0449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59F021-DA53-C15A-18A7-B000AA9CE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3FF18AF-AFC2-1C5D-6376-FC3DADB67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3F065-9526-4308-81F7-4EB6B743A04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2C27230-2702-E4EE-4B7F-937EB9184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BABB47E-F6D9-E7C2-E52D-446502454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454ED-8F53-47A7-825D-491C7AEE3C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030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42A9324-21EC-F4DD-F4D1-A7E406DD8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3F065-9526-4308-81F7-4EB6B743A04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8DC615A-1274-B1DE-FAEA-2F8245080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A632C7F-104E-7E88-EE82-5FE1FE0B2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454ED-8F53-47A7-825D-491C7AEE3C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0549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3B9A25-9155-AB97-FAF0-A9704E444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939F67-49AF-CB43-6462-AEF5E1929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A598A2E-03DD-13CE-4519-118E7B34F9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4608302-777E-0DDC-626B-27089D687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3F065-9526-4308-81F7-4EB6B743A04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280CBBE-9391-475B-560D-0687F6AD3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DDF571B-C37A-12D5-DA35-4021199A1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454ED-8F53-47A7-825D-491C7AEE3C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0618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DEC965-58F5-C0AA-C119-932A95B85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D90909F-113E-E1D9-A677-41C656D013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62DCBB5-DD9D-D19B-3000-F979585EBA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25E7578-33EA-CC05-3774-79D484197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3F065-9526-4308-81F7-4EB6B743A04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FFD34B8-A86F-5720-F54F-551D6EAAD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2DFBDE9-E310-BA54-4EB5-3B2003DE8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454ED-8F53-47A7-825D-491C7AEE3C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3291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3AEACD-5B42-E2C7-30FA-F27025C78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74238B8-6160-1CCE-3582-1515B93E24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A4DBE5-2331-F59C-DD2E-1D10D39FA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3F065-9526-4308-81F7-4EB6B743A04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2A0226-A4A5-5F0B-A14A-8285A8D86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8C69F9-C5FE-8357-ED16-B032A9859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454ED-8F53-47A7-825D-491C7AEE3C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8627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515009F-7535-7E82-4884-47973B437F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82C5376-249A-BC50-8A32-899E5F21C3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F2EDD1-5BE8-FD65-86AC-4E7BD1C64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3F065-9526-4308-81F7-4EB6B743A04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E68558-65B2-4CD5-6193-EB7F0AE54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A61137-25AE-D59E-C33A-7AA35CCE5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454ED-8F53-47A7-825D-491C7AEE3C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5786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C9DDA8C-E288-4E8D-94AF-D7531F1AA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9687CD-1EAF-BC64-DB5B-9780D57BB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E85BEA-BD07-F290-AFA7-6B8C4052DD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F3F065-9526-4308-81F7-4EB6B743A04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478771-6D0F-5EF3-2548-A25610B29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8530F7-5DF1-359D-AE8A-FB6118C71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0454ED-8F53-47A7-825D-491C7AEE3C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659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6B178A4-FB0D-4C7B-D5EC-56AA9819DAE1}"/>
              </a:ext>
            </a:extLst>
          </p:cNvPr>
          <p:cNvSpPr txBox="1"/>
          <p:nvPr/>
        </p:nvSpPr>
        <p:spPr>
          <a:xfrm>
            <a:off x="635000" y="635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CopilotOffice 246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3070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小谷 侑輝</dc:creator>
  <cp:lastModifiedBy>小谷 侑輝</cp:lastModifiedBy>
  <cp:revision>1</cp:revision>
  <dcterms:created xsi:type="dcterms:W3CDTF">2026-09-10T07:37:31Z</dcterms:created>
  <dcterms:modified xsi:type="dcterms:W3CDTF">2026-09-10T07:37:31Z</dcterms:modified>
</cp:coreProperties>
</file>