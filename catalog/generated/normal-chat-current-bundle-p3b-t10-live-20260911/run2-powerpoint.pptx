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72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A3C8E2-8225-4ED0-B113-CB7CF9A716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43D4B8D-88EC-1AAB-BCE2-0A814E322B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62BC0C5-BC34-874D-0D92-15B61AEFC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D8336-085B-4DF3-810B-CCD6F83A8B95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3356954-9C1F-DC8E-B7C3-4A177EE96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9B15028-66FF-0456-91CA-E67B786C6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D4CF1-C881-41F2-8E92-DD971D1E11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5437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796370-D8C5-99BD-7C32-58C48E82C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E802D51-A6D5-AB36-7E38-6EAC71F62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3C3B146-1959-E5C8-79A2-1244EC5E1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D8336-085B-4DF3-810B-CCD6F83A8B95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2A10A5A-9F44-BE41-077F-093A4169C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2797C4B-3FC3-926B-EC94-D815965F4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D4CF1-C881-41F2-8E92-DD971D1E11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0094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CF5E06-782F-322F-A57F-8C61E8254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6FDE1FD-00BE-EB0A-334C-5D4C5FAB6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64A6F3A-3C28-16A1-A30B-113DADB06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D8336-085B-4DF3-810B-CCD6F83A8B95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938B3CB-178C-43A1-5071-24E0DC366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C92E04B-AAAA-90B4-3C79-483D5AC74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D4CF1-C881-41F2-8E92-DD971D1E11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3362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86C622-7F95-437E-D6C3-33D474CDD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D6FB401-D1AE-7BC0-1DB9-AFA0B9382D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9214C9A-8386-F5CF-CC73-1BBF6F060E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4E6EE18-270A-D00E-F53C-E9554902C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D8336-085B-4DF3-810B-CCD6F83A8B95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F29B5C1-D5D4-F5F1-390A-1F221E016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D1A1A9E-3B25-32CC-98FA-0ABFE1670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D4CF1-C881-41F2-8E92-DD971D1E11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8248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7DD124-7A4E-08DC-2A13-580D8189E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89F1A9C-F972-58E7-8BAE-4CDBD436C1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5CDFF9F-ED65-335A-038F-89994E4B36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12AEDC0-42A9-0D48-0C82-B86ED87A39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38C6A40-DFDF-93A8-34E3-EFBE81C74B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F0816FF-1945-25A8-03A0-3128BFA35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D8336-085B-4DF3-810B-CCD6F83A8B95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4DD016D-8F31-A345-856E-299F66D11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8BC3D80-407D-E567-709C-324858735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D4CF1-C881-41F2-8E92-DD971D1E11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2048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8AA2C7-B163-DBAF-F90B-1A5C03D28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BCE1250-15AE-75EA-2BBA-5BF600AE1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D8336-085B-4DF3-810B-CCD6F83A8B95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6A612C6-32DE-784E-5434-18E3AEA6F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B1384B7-7A71-48F3-F1A9-C3FEDFD6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D4CF1-C881-41F2-8E92-DD971D1E11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173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DC94D5E-7313-DD9F-A217-5C68EEE09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D8336-085B-4DF3-810B-CCD6F83A8B95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4A45A45-4F3B-2A82-B590-768557602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4A26CD5-C0A0-555B-A3A6-94D4FD774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D4CF1-C881-41F2-8E92-DD971D1E11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439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E58AA7-FE77-6343-74C6-0D6CFA8D4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14B84E0-833F-9BB7-9E24-B6F8CA3CDB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FF78C50-E255-4758-1EF0-104BDAD4BD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1A6216F-C5F3-DAB8-C3EB-87B2D6BE5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D8336-085B-4DF3-810B-CCD6F83A8B95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86F74EE-D0B0-4139-B17C-9F0876697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EF24AE9-BE83-BDB0-16F8-4EBEC9D4B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D4CF1-C881-41F2-8E92-DD971D1E11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2093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D8F611-1785-BA1C-7CA7-4EDE6E3A5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F3395D0-4982-CC63-2280-87459AE7F3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BCD9530-4554-0264-BE50-14DBE9C66E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C392DFE-A2D4-5D73-F2A4-760EF994F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D8336-085B-4DF3-810B-CCD6F83A8B95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B6CF812-88DB-7F4E-1E8F-D0A6A8CB9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5F89711-7B36-9D2A-ED71-BE68DF654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D4CF1-C881-41F2-8E92-DD971D1E11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4787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EBC783-2C35-0143-030F-03D992264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14925A8-870D-775D-6E7C-144F1B4450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0F35731-B2D0-7679-2FB7-909FC68B2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D8336-085B-4DF3-810B-CCD6F83A8B95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9AB9CA1-9D31-B29A-3FB3-8AC6272B4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5E3E147-DE39-3B02-DA5D-B9C9A736C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D4CF1-C881-41F2-8E92-DD971D1E11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6600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8E638E8-49AE-4328-795C-EFF4B5221F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8BC56FB-E7B9-EEB6-1202-5E568226B6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5ABDB7C-7E62-61FE-856E-02984302B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D8336-085B-4DF3-810B-CCD6F83A8B95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2B38475-750E-067B-F145-C853273F8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99C2ECC-E0E0-90F5-A3A6-246A95B31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D4CF1-C881-41F2-8E92-DD971D1E11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4148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BF7D18A-A84C-393F-FFCA-C94717FB9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5B23DB2-A166-D850-87B0-6F44307AF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F6D14EF-EE1E-0B20-429B-7779B52A51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0D8336-085B-4DF3-810B-CCD6F83A8B95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441D103-7D66-5830-6128-EE87D96C8B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673AD21-4841-AC04-2174-5EBE4A576D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D4CF1-C881-41F2-8E92-DD971D1E11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6320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2D2AF46-4BD2-B350-7B58-E3FAE1DBB2AE}"/>
              </a:ext>
            </a:extLst>
          </p:cNvPr>
          <p:cNvSpPr txBox="1"/>
          <p:nvPr/>
        </p:nvSpPr>
        <p:spPr>
          <a:xfrm>
            <a:off x="635000" y="635000"/>
            <a:ext cx="762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CopilotOffice 246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53260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ワイド画面</PresentationFormat>
  <Paragraphs>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小谷 侑輝</dc:creator>
  <cp:lastModifiedBy>小谷 侑輝</cp:lastModifiedBy>
  <cp:revision>1</cp:revision>
  <dcterms:created xsi:type="dcterms:W3CDTF">2026-09-11T10:47:27Z</dcterms:created>
  <dcterms:modified xsi:type="dcterms:W3CDTF">2026-09-11T10:47:27Z</dcterms:modified>
</cp:coreProperties>
</file>