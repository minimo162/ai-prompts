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8ED9F0-AFDA-B0B7-35B8-2662C4ADD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6CA0C8-3B02-49C7-366F-F88B5FD4B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6DCD4C-16BE-C438-D543-57A8DB6E5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684FFB-6F11-6956-8BC4-EE9562C94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BF18F3-AC2A-CB3E-F5DE-8CFEFB0E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32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08BA7D-2D3C-0687-A031-90D12C1F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3AA193-E9A7-76B1-E839-539BA06F4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4CAD20-F5C2-E013-32D5-56410B1F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4F515A-B9EB-2195-FC8D-9A3BFD55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42673D-B422-7458-109F-28CA6788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467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28B1D8-5FF3-086D-F0C6-91A9EDB8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580966-F09F-4FDB-A035-A5CB5D2D6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DEF94E-B943-8281-0A2E-8A6FF7CE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4352CE-F122-DE22-E7F5-7E678079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4EC4B8-C924-4A4C-24E4-E261F079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427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4CB272-7A94-E6C2-E092-594654ECA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65331A-9DFB-4F4A-335E-02057812E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2EBF1C-ED51-C8FD-8EC2-C0C17BBBF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B52B25-A26D-B868-8315-6EC04449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521056-2751-EDA9-5AB7-5AD4750B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1A3223-03C9-9C20-4C39-D3D2D411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88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479491-BA83-8881-96F3-8F1670F14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B349DE-8F26-4B68-0936-A9817361C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89AC64-4F49-0712-C15B-3F377582C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C56435-B2E0-1C22-4EE2-352D16DFC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844982E-4022-CC4C-56E3-21D0FCE28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DB4309B-74CA-3D44-B441-7B46FD124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228761-5E01-BC4F-97C8-6C89B13C6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B0EABF-357A-31D7-5CEE-D8D419A0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206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DDE98A-57F8-6C9D-6869-9C54EE5A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951A4F-A0F2-D4D7-2224-A6B856AD4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F45013-B139-1928-5F64-7135DAD2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F7BD23A-62F4-8627-63A6-0F8E3B84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587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BEF801-621F-ACF0-CE87-CF2340EC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4B172FD-D86F-AC54-A828-7E0328FD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65A515-5DD0-877E-8985-4DCE5535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047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39C49C-18DB-ACB5-3843-71BD1E07D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7118DF-BC7B-2C17-3B58-A47B9ADC8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0C634B-4B34-3C0B-9D31-238CE59A7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33F052-AA44-8A4F-5D1C-F8E5177F1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5AD371-8EA2-3F69-3756-C1BDAA4AE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3176BC-6BDD-DE83-6708-3E83DAD5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510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1B391B-5417-90FB-6DE7-EAE12BE29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9527C1B-420D-A2C8-331D-A0EA3E569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34D871-57BC-5B51-BE11-855561C90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6F6DC1-7DD4-6E6D-633E-A48580C4E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164AA8-CFCA-A903-321C-B61E95DB5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F5B9B1-D69E-17E3-27B5-0A2ACC5D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8246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AB7B36-F9D6-D55C-F264-281BC770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0A09590-4846-42F9-CAC1-D74A9C800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2B82C4-D3FE-3420-6485-CAE1FBA2C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08F4C6-4F78-3A96-60AC-5ACD9AFD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A2BB0E-F90C-734E-0CE7-56C2B1A2A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58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750BD16-EA23-5460-A457-34BB898F63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14B246-72E9-211F-DE40-5403EB604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8B406F-DC86-CA92-1E01-2EA8221D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F58F2D-2A86-686A-9BC9-EC5DA2DC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1B8FD4-E04E-7FD1-202A-B716EBCB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298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2B4B753-2369-C353-2EE0-3CBCB59DF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4DA400-8109-A44A-E285-AC80E25E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7AD25F-AB0A-F660-27AD-A4989E912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7193B7-531D-4E59-A620-2CF7605B680E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BF2414-42D1-7F11-75C5-09A3FCD7D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2BF870-6F7B-9F3B-B8B7-D1A8397AC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A4048-49D8-4A60-9EB9-5763091A2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472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9F7E42-6B14-8D48-EE9B-EBDBB4818F11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631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2026-09-12T02:47:38Z</dcterms:created>
  <dcterms:modified xsi:type="dcterms:W3CDTF">2026-09-12T02:47:38Z</dcterms:modified>
</cp:coreProperties>
</file>