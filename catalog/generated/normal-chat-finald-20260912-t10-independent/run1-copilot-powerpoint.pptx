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917E1B-4009-B463-3D07-918123CC9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D5244B8-74F4-57D2-6518-17AF1437F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625276-269E-E395-4E95-B7910114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F28E9E-2A31-6749-E670-DCCA9441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D54D01-82F7-1302-F4A3-618C3391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8089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BE9574-C703-F783-A4FE-A5964C3C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26C258-AB50-7A16-8C11-5325D1FF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E5D17A-8918-DA1B-95C7-DA5505DD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F03A09-71F4-90D0-79ED-EB1A08CEC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FDD09B-563B-676B-C957-16F6A44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88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9A34F0-5207-3FE6-977B-C091E13A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E4E1AB-3BFB-FDB2-DEB2-160412541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98013D-1ACE-BFF6-9A21-697AC923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B88279-0750-D5C8-2E05-6777687F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221ABD-A4C4-8032-0558-0AB8DC4E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69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E224E9-F16A-A236-5964-8A753155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6AB7CE-D0B9-775B-8A63-63F029FB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399C35-C9CD-ACDC-0FCE-0938D3BD9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47B9AD-D542-2898-E2E3-FD91C9F1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F931BC-8695-23BD-ADC6-571A4CF6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581055-91E1-C22F-7998-71F07A03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294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6C346-1E97-ED75-8A67-6D8CCBCD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57423D-85C8-F80C-6FCB-61665DA9F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029CFF-714F-2E9B-C320-EE2AC7C0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50B7BA-E280-6252-66D3-87ACB6346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F847436-647A-D41B-FDA1-71AF3D75F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1FE366-EB03-E2B6-4A70-65718C444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DD04BF-1A9C-43C8-EDB5-1619E531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4B6E42-FEE7-7677-0F84-D34FA9E9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41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6D9C65-914B-3BDF-A78D-6FA4C136E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217F17-BE2A-7955-F99B-7C5E2C60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6AE7E6-360A-7ED4-E0E8-70A80A27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E449244-6A09-DFA4-BC44-0423A383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551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0700E8-89C4-8D33-2DAE-DED77FD1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623306E-1CCE-16E2-D30E-538A30E3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9D2DAD-5719-C280-8252-3A243D2F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95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42243-B4CC-4933-B18A-A2CA03F1C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E2E5CD-C2E5-7942-DEB7-8CAC5F271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17C4BB1-6492-FD85-0961-63401CE80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F2A79A-A4BD-E7D1-6B77-0874A7A1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740C76-C3DC-3AA2-56F4-4333388EE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FF49B1-E0A8-75C0-54D1-53CABC77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503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53F480-2688-35D5-E7F4-81E6731B5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1EAE21-EC60-D97C-D188-97106CA4E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EC4583-150B-BC6F-EB1F-DF385A43F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D412E5-F161-8B7B-A221-EE9F3BA6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F6556BA-D482-F504-D3D1-9DFD2FC1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64785B-E0AE-7463-6B56-AC2787D8E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283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2FABD3-FD3B-63F4-4516-353C62EE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7FBBD2-0021-9214-6089-F214137D5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61340-ADBD-01AD-1254-4BF830BF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6DA311-2912-EBB7-C6D9-5C55F188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43E8B0-0FA8-2E6F-3BEE-DF054AF1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6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8AFE32-446B-6816-78DE-D7A022236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39B965-CE0D-FEE3-8127-D06BB49A8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CF67B7-0208-4724-6F7C-B89B7670A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990AF6-D846-2B00-E2FB-306163A2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94AAB-7B17-8109-6312-1EF5E2F5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12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2A6D00E-8546-CD12-CAB7-E9130208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C6156D-15CA-BD51-2A58-173E6D62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4D88C-052A-4527-AD05-FA209D4CA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51D3F-720B-46C3-8576-85247A0E6D4F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075B13-2A4E-C2C5-88EA-ECB9F8E24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17E3EF-FCA2-F7B4-A95C-8BEC0EE6D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3A61F-7790-4339-ABF4-9ADA5A56D7F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39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9E607A-E1E2-20CF-CD89-11F3FC54734B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312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2026-09-12T02:47:18Z</dcterms:created>
  <dcterms:modified xsi:type="dcterms:W3CDTF">2026-09-12T02:47:18Z</dcterms:modified>
</cp:coreProperties>
</file>