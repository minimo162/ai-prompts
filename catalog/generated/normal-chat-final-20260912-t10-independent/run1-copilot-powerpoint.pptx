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72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0391FF-BEC0-CBCF-D7E8-DC6E8914FE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F2F23E9-CF95-E64B-7A5E-074C061379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44CD7E0-0280-1607-F47B-4E39A10DF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6676F-5024-45FF-B18B-CC33A7132F06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326CFCE-2810-DEEF-7428-924834424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49526EF-0F23-4E0C-605A-87F27E9AA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66AC2-21B0-4949-8909-88F7408F69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906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37CC71-9998-331B-9787-6DF0FFBC0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E3A6DD8-C5FF-7744-276C-327627255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4701B12-2FB4-8DC2-3ED3-DCD1E5BE2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6676F-5024-45FF-B18B-CC33A7132F06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D001C1C-C7B9-9A67-B6C8-68C487726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09A99B4-8C18-B80C-4D3A-FAF3C47C2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66AC2-21B0-4949-8909-88F7408F69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8828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F966BC-E710-8FAA-0610-1CACAF16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A01A4FF-7332-4022-DAA3-FFBEB1D567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E8BC93A-832D-21B4-2969-2432A4E88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6676F-5024-45FF-B18B-CC33A7132F06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FE1AAA3-6B95-D5CB-8A57-F1EC04982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E2CC670-DC3B-6951-49D2-128183331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66AC2-21B0-4949-8909-88F7408F69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772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A63CD9-0074-B556-36C9-F50423768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EBBD65D-3BB4-5457-AA33-A1722454F8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A5C7260-CF44-FE5B-AF6E-F4966AC7D6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7DBC374-1F28-6944-8C48-CE89D2C1F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6676F-5024-45FF-B18B-CC33A7132F06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8DBA0F1-117C-F4A9-C3BD-0CC3A8FC1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74187FF-D1AD-AB12-7866-EABC185C4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66AC2-21B0-4949-8909-88F7408F69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3513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7D6D55-0421-2E6B-A1E7-CCA9D9A52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EF96AE1-FF29-7FEA-783A-3A1E25288B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BDC0B17-B43A-612B-167E-F8DDCDD632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8192357-15BA-467F-6F60-65FE727F9A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1F1223C-E776-EFE9-CAA6-651A4C1FE2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5C5DF66-9F9C-DF94-9C0B-3F26632FB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6676F-5024-45FF-B18B-CC33A7132F06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6F45187-4D63-EE26-426F-0D65C7745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C8B3B01-30FE-2E5C-FC18-34CF84DA2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66AC2-21B0-4949-8909-88F7408F69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1371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B2584A-3C62-9303-D40F-527B803C0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5B13AAE-0E73-2A78-067F-0F191107D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6676F-5024-45FF-B18B-CC33A7132F06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1B28076-CAC5-0ED2-1EAF-CF2EED985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06232AA-335A-EA0A-ADF9-4386F47CE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66AC2-21B0-4949-8909-88F7408F69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9603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20740AD-06DA-8F65-F2B3-412D47018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6676F-5024-45FF-B18B-CC33A7132F06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1C804D0-EE22-B14E-E4AE-6AEAB42D7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BE9F992-F841-AC30-C32F-13006404F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66AC2-21B0-4949-8909-88F7408F69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3598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36EEA6-FC65-476C-C799-3C89D0975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FABEEF5-5584-345F-FEEF-EE1A1E9CD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A131E4C-71D8-D361-5837-0481649A2A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8E6887C-4A2D-83BC-5189-87BA115BB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6676F-5024-45FF-B18B-CC33A7132F06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2364037-05ED-B7E4-D664-0F1A9F0FB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783C827-F9FA-158B-4153-68DE12836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66AC2-21B0-4949-8909-88F7408F69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4975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56A8B4-7D75-EBF1-5192-E4D551153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817522E-BFFC-CB4A-CFB5-DE436D6A10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67E2747-E6D1-5CBF-46A9-241BA874EB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8BA851D-8438-DC75-A1E7-8C724969E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6676F-5024-45FF-B18B-CC33A7132F06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F8DC14D-9473-E3BD-525D-A04444AA7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D9093B7-339E-72AE-97A0-94EFC5A06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66AC2-21B0-4949-8909-88F7408F69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7488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4BC70B-A4A1-7B08-CD8B-B3FFC2D21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B453AEE-1843-4420-27AB-0DC6F1DC65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A000F4A-4A38-E8E7-2FA2-80F62B49C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6676F-5024-45FF-B18B-CC33A7132F06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0885F40-DB5B-C911-449F-D7C1F0B7C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4F138F2-EDA5-33F9-96F2-51CD082FD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66AC2-21B0-4949-8909-88F7408F69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1731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B67A169-1310-C3A6-84C1-C0C2737D37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E81CA6F-CAFF-DE7B-095F-C840DDC810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957FBF0-1C2A-F564-B983-A63674BA1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6676F-5024-45FF-B18B-CC33A7132F06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BC678D-C080-0AFD-9CF7-00F18F7AD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96309CA-DD9D-B2DD-62A9-5AA661EC4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66AC2-21B0-4949-8909-88F7408F69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6572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D8D6F3F-ECBC-5CD1-AE85-1FD8741B6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2FBD794-CDA4-1E95-1850-35BDBC607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68AA0BA-3155-1036-AD46-53086429D3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06676F-5024-45FF-B18B-CC33A7132F06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75EAB9B-53E9-D428-DF96-61A8FE654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DCB029D-6A60-6E16-95DC-F020B4A677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F66AC2-21B0-4949-8909-88F7408F69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8943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39E1B75-6901-B56A-58C4-3BD503A764DE}"/>
              </a:ext>
            </a:extLst>
          </p:cNvPr>
          <p:cNvSpPr txBox="1"/>
          <p:nvPr/>
        </p:nvSpPr>
        <p:spPr>
          <a:xfrm>
            <a:off x="635000" y="635000"/>
            <a:ext cx="762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CopilotOffice 246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2019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ワイド画面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小谷 侑輝</dc:creator>
  <cp:lastModifiedBy>小谷 侑輝</cp:lastModifiedBy>
  <cp:revision>1</cp:revision>
  <dcterms:created xsi:type="dcterms:W3CDTF">2026-09-11T20:23:25Z</dcterms:created>
  <dcterms:modified xsi:type="dcterms:W3CDTF">2026-09-11T20:23:25Z</dcterms:modified>
</cp:coreProperties>
</file>