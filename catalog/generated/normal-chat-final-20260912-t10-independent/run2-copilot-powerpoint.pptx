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2FCE8A-A60A-F2CD-C984-35350C7DC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2B584B3-0128-D1D3-0104-335A3873A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F70F15-41A6-DF06-21CB-E70A06F7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A89178-7DCD-8527-3D9E-F4D685B7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9F097C-80E0-C487-10B1-C9C41F4BA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218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16E872-6048-9E94-A6E4-1D8A7736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96E23E-66BD-D4E1-2D1B-5190C40E1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09FDAE-5F06-1BA4-85B9-7D4683F1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EDB005-84E2-7C02-3DBE-15F9D3B1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C372FD-565F-EA5B-FE60-913DCD0A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03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DD7AB9-00C4-BFA9-EDB9-CBF40CDF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818D31-3A48-42CF-03AA-C9850A168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FC486E-96C5-B184-9F78-A8822C151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6F8-863A-5C0E-94C6-E3F3A158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7AA0B3-7ABD-AE2E-4649-146758FB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42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AD5835-9D91-13CA-C577-BA1BAA2D1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66A2B7-C7BA-11C3-6106-ECB991345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6E0F78-2150-9C26-41B2-997872CD2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937759-CDF3-FBCF-20DC-26D2E5E4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72655B-C30A-2D56-EEDD-A312C93E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9436F-9313-A426-B715-73EBF2E0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906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626DA-2E6F-C2D6-7B21-804F155FF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4A0647-6B3E-08D6-2893-572A49D15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D28F80C-5FA0-F47C-3EE6-7BFC72505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E37F7F-0C95-640E-77F8-3E6F482CA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6AE7A4-D04F-ED94-F3A4-47179A3BC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25BA734-1717-C265-EE73-D8733301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C45BE8D-C773-1757-C98F-857B2C2A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5DF618-5FA7-58AE-9770-9CB9DBD3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154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3A3BE-5DB4-1558-D610-3E81E1C4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F051EF-7B8D-51D7-B1E1-398CDEAEE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7C9DD1-7116-C355-4F18-797AAE1D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455FDA-B439-2E7D-46B2-DD8F3F4F8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0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1BC206A-6D71-365C-12DB-1F4145BE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5580D5C-8FCB-F56C-3B02-CDB1B448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ED6BF8-56A6-9924-E7BF-BA3D1FEC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29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95F2BB-5A31-6618-38B5-A52366ED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2D58FC-4FA4-7B5E-A0E0-581B2BC95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DB5E45-A489-EAD9-9F35-6EFFC2347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637CAB-79B2-36C8-0537-B784195A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1708C2-E9D5-7FA4-B367-C9F2E290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98D6DB-D1CA-ED52-2B45-95928AB7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827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90A7FB-8D7E-0DFC-18FE-EF832394D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89C20C4-5E34-E5A0-2FA6-5F19E163A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EB3237-1F59-F84D-9248-E3BCC6596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CE2935-C394-6845-610D-B15048FF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C8CF6B-4203-D675-1EA2-16729A04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1744D1-3219-689C-98B5-596D3D3D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91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76B751-5663-A142-BF34-16A89BA2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6AF522-7D28-ABAF-AF68-A77F78F93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2FA1C-7A3D-0A58-E32C-41395040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CE2802-2F32-F099-6FC7-2C8A70DC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AC5D5D-DA7C-872F-A27E-B12B5FBA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30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75A295C-6B2C-F75F-8631-FE6AAEE28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2D655E-41F6-66D0-BD60-C464E4B73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138482-D57F-CA53-BB35-A850ED6C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75BF52-815A-E62A-5057-30FC17F6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85B99A-4212-763B-6D85-EDF1D096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45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36E912-5893-A942-8B84-2A02E6A3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ADF81F-F2DA-8A1D-0E01-5B34EC513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BED123-3F53-353A-5443-816985D31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54EBF-5349-4D9E-8BFF-F30D34B84FC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FCAF98-A46B-6AEA-3250-E8C9B92BD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2B13F-1906-1D7C-EC0B-4007053CA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D05B4-0B2C-47A8-91D3-778A77AEC0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76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5ACA27-FDBA-95AC-9F03-6E6241C31637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634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2026-09-11T20:23:48Z</dcterms:created>
  <dcterms:modified xsi:type="dcterms:W3CDTF">2026-09-11T20:23:48Z</dcterms:modified>
</cp:coreProperties>
</file>