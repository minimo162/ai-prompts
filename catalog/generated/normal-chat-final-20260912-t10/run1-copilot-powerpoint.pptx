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1900B-ECD1-9DDF-A454-88BFC8E1C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ADC7366-72CF-EE6D-8F59-1D271FE1D6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2A888C-BA2F-24EF-8BDA-EFCD8D506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F956-C5A2-4138-B8BC-7665A014053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80E810-F78B-220F-737A-F800478DE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E2D086-3909-EB01-7126-7A11AB313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E9AE-E140-430B-94E0-2AE645E907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170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D2839C-25AB-AE99-3224-94341B61E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0736A5-69BD-79D3-3C64-DE1251DFC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D9BFFA-60DD-28FF-F148-FAC8ECB1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F956-C5A2-4138-B8BC-7665A014053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77FB0F-3649-0769-7404-5CA10F63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5C2BC3-4760-8967-CF3F-D2807DFB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E9AE-E140-430B-94E0-2AE645E907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148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888310-D6F2-5193-559C-C45272CDB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49D00B-ECE5-C2A9-04A0-48CE3C1C1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235616-EE8A-31FD-A9E1-13ACD9C4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F956-C5A2-4138-B8BC-7665A014053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0767F9-9925-3E29-C05A-F9DDB2C6D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2CC972-B7A4-6945-69AF-B26CF004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E9AE-E140-430B-94E0-2AE645E907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382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B1DCBD-55F1-0327-D897-C0D8E834C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C88066-89CA-A727-FF91-BBB4BB378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10A799-6706-695F-9C2D-88A5A8642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92FD61-35B5-5491-5D43-23CB53CB2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F956-C5A2-4138-B8BC-7665A014053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9D7B85-9DD8-AC61-9334-12146DF4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7FD8B5-71D3-5F58-C9F4-432185BAD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E9AE-E140-430B-94E0-2AE645E907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6249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A1CFFE-DB94-27B9-1034-FDE04D83F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B42235-0EA7-D0CD-35EF-CF006DD2C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95C6EB-2815-603C-C227-800A2E600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819EB83-853A-5A09-4E63-BAF93A497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54C8D5E-988E-AFD9-82E7-4E3AE9A13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D77C21-994F-C609-1F7B-2D4448EF8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F956-C5A2-4138-B8BC-7665A014053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554EACF-EFED-F48E-AEB2-3454A1F5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575E984-2978-BE93-6F22-C67CA048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E9AE-E140-430B-94E0-2AE645E907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345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684977-3395-4F70-4D0A-47BAFCC0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94745BA-B80B-918D-9E2A-644ACCBD8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F956-C5A2-4138-B8BC-7665A014053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E22DBF6-2B8E-A19B-E221-705EAE30C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5B6D9DB-E14B-69B4-CE14-65D36F88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E9AE-E140-430B-94E0-2AE645E907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273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B0B3364-0180-5DC6-4ADA-FB280DA7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F956-C5A2-4138-B8BC-7665A014053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B5FAE5-EA8E-F8ED-CFF0-87306776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619A6EF-EC59-C04D-6FF6-6C3B10CB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E9AE-E140-430B-94E0-2AE645E907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2023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BA8FCD-BB79-6667-E3E9-116BC199F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5D3071-F335-6676-7D8B-E7B1B9E36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495957-8161-4280-92B4-616C099F0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C52B3F-77D8-1555-B36D-82AFA609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F956-C5A2-4138-B8BC-7665A014053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274746-9631-6281-211D-0F64B021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521FE1-0B6A-5FD3-284B-140D3B24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E9AE-E140-430B-94E0-2AE645E907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27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235E41-8251-3A4D-5169-579E7F6AB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6FB855E-F51F-D863-3A5F-70B687009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BF69EC-48DF-4DF8-9AF3-2F2A35D17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3A12D1-A03C-ED33-C3D6-D6221EB1B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F956-C5A2-4138-B8BC-7665A014053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17763D-6CEC-F9CC-951A-72F6D853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73AAC8-D1A9-7147-37AD-89E698838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E9AE-E140-430B-94E0-2AE645E907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214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0CC934-0115-F4E7-A363-C448A86A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DC32080-EB59-EB79-8A56-368343533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B8801A-20B9-7D46-CD94-1548990F3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F956-C5A2-4138-B8BC-7665A014053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2D3600-F03C-0B7D-C8FE-9925CD126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18751C-87C9-1824-4A3F-63731649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E9AE-E140-430B-94E0-2AE645E907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538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41A028A-7598-F55F-0BF3-8989A5FAF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8D639D-1541-AFB6-8B73-81DE166A8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F7FEBF-2C98-ABE3-A43C-6BEBEE670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F956-C5A2-4138-B8BC-7665A014053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009E5-E76A-457F-7CEB-7BAD92AC6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C070FD-A71F-295D-8DED-5B44D159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5E9AE-E140-430B-94E0-2AE645E907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640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CB30C74-0C6C-165D-A804-2254EC91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197173-18D8-4A2A-7621-6DA306A4F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FCC610-2A75-1AF8-524A-C1AD38D26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CF956-C5A2-4138-B8BC-7665A014053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2599A8-0EAE-4483-E0C8-70B42D10E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691764-9756-CE9B-DA13-408D9C50C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5E9AE-E140-430B-94E0-2AE645E907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868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AE9DE7B-6704-8192-E8D4-AF545E8E46A1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10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2026-09-11T20:12:53Z</dcterms:created>
  <dcterms:modified xsi:type="dcterms:W3CDTF">2026-09-11T20:12:53Z</dcterms:modified>
</cp:coreProperties>
</file>