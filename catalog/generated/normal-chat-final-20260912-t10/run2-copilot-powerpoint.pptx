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BB8D1-3494-B0DF-EF12-E40995F09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648EB1-9A7B-3A16-8EEB-BDCF1267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9BF738-AC8E-2605-E974-313623CC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3D0F74-C8F9-907D-A233-62F5459F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EE4EFD-93C4-A695-6F8E-C792383B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95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423CC-E2B3-E68C-0DBA-DFB06396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723759-E3C3-51EA-EBA0-EFF49C2E7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44999A-D3EF-C31E-1BAB-60BEF5CA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677E0-A7F3-276B-21B8-AC904087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076645-E44C-625B-7344-84D2E23B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65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D5CE8A-E3D3-9E34-0045-D5652149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F3AA6B-5969-341D-02B6-E54A168D5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8FF985-BB44-E07B-2848-34684A66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6BCEC4-CA8E-A6BC-3569-D62807C7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0FF467-FA6F-53CD-B712-74528A3D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76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75BFAD-897D-7D8F-2D69-F1BF7CDE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D93DF1-CF4F-CF55-C6F0-B2573683D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FB55C9-C799-80C4-9F17-2D481AFE0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41ECCF-9DE7-0B4C-511F-2CFC42AA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6DE5CE-FECF-DF62-3EB5-5E9ADFB1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D2803C-C43A-0FA5-2657-C71CAD20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02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CB81E-90E2-FBB7-7729-5ECF7439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6CCCDF-55E8-ED8D-361A-01096743F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AD4343-6005-CE8D-1299-DBB7686AD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862EDDA-4957-5A9E-F8B1-00FBA4228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0B1626-2734-8549-6BB9-3BF60F2C3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CA046C-86BE-3A51-86AF-4F9EBAF3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3F1BA4E-833C-1CBB-499D-0E645ADA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ABC9314-9FBE-C645-8054-3BAC5B82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52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9FE0DE-36F4-AC0D-55D9-5FC37782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99E295-51CB-ADCB-095B-AFFB6C83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99374A-0E64-EAE2-1759-3B3B4D9F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7536B7-AD25-A0A5-353F-4A5024F3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90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56D64A6-5B34-B17D-BFCC-74F598E6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217068-12B0-444A-4D16-0130B56B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BF8DA3-CE0D-3D6D-C9B6-B8F3761D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071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9DAB66-0CEF-7A10-1A75-D00FD4D4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A8F1BA-1FCF-857D-5E18-97EEBAC38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119F6D-2609-ADD7-33FF-6B556E15C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30E5BD-912E-312F-914D-671B65BBA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506AD1-73B2-672B-6579-88AA47FF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68AB8-AFE1-385B-F073-B4B54456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51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76D8CB-7C42-1772-7B0D-34E4B782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D7E0DB5-2F80-B796-A95C-0A0D2EF23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D46ADF-004F-5A26-D036-039CEEEBB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C1E85C-967A-04CF-2FD9-50432BBF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17A9C2-5064-F071-7DCF-C6B8DA88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3D7832-6CC3-6AC0-2BC7-8A2F90B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6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C61EF-F736-62C6-3EFE-E519E34F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D5EEF1-924A-2780-555F-7F8FB4B48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FC0D8F-4D24-00B2-C6BF-3698EF54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84EBDB-B0D7-6AB7-9FCA-AB266984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B36C21-6CAA-C39A-75C8-40AEA380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266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DE1A73-F215-ECA7-8E87-BAA223ACB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42D7F5-2627-40F9-A8ED-8D2E7896F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C42AFD-45B6-5967-39D9-AC8651E9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0ED72D-2564-C0D7-BB2E-E8AA9A84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40F870-CC50-131C-4BFA-AF6F3C66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78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271384-CD2D-3100-D2D2-8DA14C98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30B25F-C4B7-81C4-1804-F00B94B65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9BF97B-3CA8-9F04-7F50-0C95117C9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85999-CBA9-4422-83B2-A92AD1967EF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5746F4-F240-94F4-298C-B5646CED4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07084E-FE01-2CF8-E5C3-61E67C8A8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22E88-A5E5-4F15-A1CE-14DCD2FF8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67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B89098-8952-CE51-D50C-750298BE4562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983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2026-09-11T20:13:25Z</dcterms:created>
  <dcterms:modified xsi:type="dcterms:W3CDTF">2026-09-11T20:13:25Z</dcterms:modified>
</cp:coreProperties>
</file>