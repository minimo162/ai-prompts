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E8CE0-2ECD-33FE-464E-6452C7770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631025-0E2D-84EE-CDCF-61A42F5F7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B77CEE-202F-1DD4-0F12-988506F1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4B98C7-4619-BD36-3070-4F4629FC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F8E715-2F62-9365-B727-A2C4E90C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072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C62F8-5BE7-360A-E8DA-CD5F0AB9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C584EB-B9D1-12F8-3B2A-73CE62543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11EDF4-75C1-77BE-B3F3-D901972B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FC1425-A0A7-25BD-055D-E84F483B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3D5094-D520-2BDF-A98B-8C8CD7C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671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776780-836F-24D7-EF40-B1E4C828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42217C-05C5-44EA-C374-31067D05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4EAE2B-0256-8422-5A46-082F19CC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1DF225-F760-5D0C-5876-B969A2F7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35F20A-E6DD-46CC-69D1-ABAD9BB2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24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34BCF6-8407-5927-3A9E-5C95B84C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AC5F0B-DCBC-C3CF-4484-FDEF4B074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ED43FE-0A57-B314-CFF1-7A4DD7982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49EB21-7B5C-8B8E-FCA4-F43C05A5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7A4DFA-F599-5B23-6A23-F34A81A1F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C5DDAA-F2F9-D245-B8BD-CD4CC9C6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84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A881C-4076-7392-A95F-219ED19D4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CFBFE7-1D18-A332-766A-20C26EF7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BA46A0-63E1-DE6A-75DB-F6C15B5D3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E51CB1-A5EF-3548-6C7D-17FD8FF5E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7F0634-2082-36C1-FE1F-DFB58B5118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EAB4B0-972E-3F66-40FF-6F9DF553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25CE35-F79F-52FA-86E0-DA5F2C43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4896021-1803-80D1-4C45-BD943053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97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3D224-CFFC-9363-52B2-DA01B5F9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3B5578B-744B-4443-F9E3-02755391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C9059C-B628-498D-0AFA-B4FFC261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91BD54-3A13-374B-A853-66035BC8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436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5DBD08-143B-61A8-F835-AF0F5FE5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A18418B-E592-592F-8455-83E86990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3F690F-F41F-D89C-4D84-CFE5B661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49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FF740-CFBA-6A4E-46C2-3A5B621A6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11A236-A205-1B64-1D18-96A62E6CC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6977C8-ACC3-D5EC-2412-D9D52B5A8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8C53A-1B43-B48E-65C2-F8354AB8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AFFB0E-50FF-615B-8689-EEA16130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CB0001-9C7A-C4CB-4AE0-25488734A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95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0CAA6B-859E-7DED-2CBA-D43AC1175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A564F1-CD62-73F1-A352-C16A2A238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EA6C88-453F-2766-707A-EBF4C0BC8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978CA2-8700-1254-1A1C-AC9F0238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30A53A-982C-726E-A979-5271503C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1E2AF1-A52F-9800-CB46-D1C47A3B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72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5445D0-FE90-192B-B3E2-23308567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B1ABB6-589E-36B2-CE6B-0D9C5C5F0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CA58D9-0558-712A-54E3-1D7B91B6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6679D7-295E-0E5C-0A62-8D9A89BA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82397-D3F3-7646-8B63-9EDA88F8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27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C7644B-4258-8EC3-E6BF-D6735DB2B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ABB571-2CFF-7078-2FB8-DF7F1DCC8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198251-7EF5-1226-CEB0-61F3C4CF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CCBCB8-B105-24E8-4E53-E11690B3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623D6C-ECBF-BCA3-1C52-FFA532BE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63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40A3BB-148B-A844-C385-18A013ECE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AFF711-BD28-1D1E-6B1A-D9F915153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706DE9-4A0C-D47C-4AA8-B04950D99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43315-149D-4791-AF36-CED53D809EAC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01F51D-6039-638E-F205-CA6EADB79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E34869-35D9-D8D5-7B0C-249145314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4A3A5-EEC9-42AD-AF4C-3A41703A74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75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E9A6D3-1B3B-6495-96BA-3EEBFDC45A07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1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2026-09-12T02:36:43Z</dcterms:created>
  <dcterms:modified xsi:type="dcterms:W3CDTF">2026-09-12T02:36:43Z</dcterms:modified>
</cp:coreProperties>
</file>