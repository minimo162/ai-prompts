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7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E74AEF-AE89-7B11-BBF1-51E0353BCE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AE665FC-B098-0CC6-A97F-C450A08FC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BD37872-F8E0-84B8-89E3-9954B046B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0D97-1449-466E-8433-345A44A6BAE0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DD2163-5A50-8379-E1F2-9C5F904AA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1E3488-E87A-6A4C-D2ED-304DD3441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4DBA-ED69-4AAA-B9E0-488E577DF1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1964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15088F-485B-6DF0-CC71-487A248CF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4A24D4-150D-844A-6E75-70F15EA83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0F3271-FB8A-A163-CF0B-28ED11D64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0D97-1449-466E-8433-345A44A6BAE0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8EED5F-648A-EA4A-C22C-C6F6AAF9D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D480B0-0537-BC2D-6750-C6F0BEBF3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4DBA-ED69-4AAA-B9E0-488E577DF1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8861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540507-100F-07A7-6018-850DEB09B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6BEBD6-4D90-B56E-E5CA-0E646CA6A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C5547A-BA6C-EFC6-9A59-25159CA1A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0D97-1449-466E-8433-345A44A6BAE0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C6FB8A-7B1F-2A68-2E99-09CDC39DD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F00105-D181-4AAA-68C0-36D741151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4DBA-ED69-4AAA-B9E0-488E577DF1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2174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D6BE3C-AE17-6DAF-88CF-DCCA4181D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C3123D-42C1-BB00-4196-6E6ADED60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DA11039-2FBC-74DD-0704-C4D057C85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0DC623-2C14-DE5E-1D08-DB7099311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0D97-1449-466E-8433-345A44A6BAE0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1DD5FF-D3AC-E4E3-F9B6-B64CEF518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68C2B2-2629-451D-ABF2-9C9A4B6EA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4DBA-ED69-4AAA-B9E0-488E577DF1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3343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1DB6D4-569A-986C-1F2C-340BD5483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1537056-F176-A22E-B17E-36E854546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3753921-9080-C86F-84DC-D4813CAB08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0BEA202-9B55-4BFE-7A08-E73EC3CE5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252146E-BC23-7FF9-C9FD-0B49EA7284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1B7FE70-FEC1-7A0A-C1C3-1C639E7EB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0D97-1449-466E-8433-345A44A6BAE0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B03A71F-2868-8016-D06C-0665D449B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9653754-B68A-F6EE-D2A3-AB5F35BCA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4DBA-ED69-4AAA-B9E0-488E577DF1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2821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1F24CF-08E2-54A3-676D-B5CE2921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65A7F99-12A7-A54A-7EBD-C008FC25F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0D97-1449-466E-8433-345A44A6BAE0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108109A-1011-2E3B-9EF2-B9AF828B0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6C7ABFB-BE3F-A509-F5E2-30AA8078B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4DBA-ED69-4AAA-B9E0-488E577DF1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3335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339C5B1-9ED4-538F-9341-D3FE09443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0D97-1449-466E-8433-345A44A6BAE0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FC80406-161A-418C-DBFC-2CC7482C0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084C812-768A-ED85-94AE-73A9B20DF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4DBA-ED69-4AAA-B9E0-488E577DF1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6529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592153-C8B4-2412-E81E-AD689ADA3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A880246-05D9-21A2-0C79-C453B4B6A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C4BEF40-780F-A7CE-F192-8A0E21E7A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7D0E000-12EB-1399-2D79-3C637CA0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0D97-1449-466E-8433-345A44A6BAE0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2AE4A30-181A-47BF-395C-2C5179C71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D3D23F6-0338-E845-7BD0-8CEC43014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4DBA-ED69-4AAA-B9E0-488E577DF1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9603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3354DE-CF7A-2E3E-9D47-60B95F7D4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56872D0-3839-361D-60F1-85F29D8A37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4CEB46B-2189-AE18-25DD-8F7089960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B94F125-10AB-E906-2DA6-FF33315FC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0D97-1449-466E-8433-345A44A6BAE0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FA73C40-D8E2-7FEB-9EA1-0EC0B9E6C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40CD7E8-1E2A-AF74-5D30-8D1221521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4DBA-ED69-4AAA-B9E0-488E577DF1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389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A1F1B9-3E6A-DCBD-1923-06EC4CF02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A71B792-C9F4-31EB-C4C0-5B23D4AD2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7CD4E9-D513-BF5C-EEE2-4D7195A1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0D97-1449-466E-8433-345A44A6BAE0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E79B31-A725-984A-BE53-2FF1F372D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9C8C1E-5C93-6731-A17D-E09070D89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4DBA-ED69-4AAA-B9E0-488E577DF1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8372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E3E399B-B957-4D2C-CFF1-649DD01B98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D71A78-0937-703A-B5F0-4968C9324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B3712A-F8DF-BCE6-489B-1620ABE29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60D97-1449-466E-8433-345A44A6BAE0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D01CA3-B390-3963-4B71-ACDCCCE3F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115A3A-B810-2998-5079-6AB4BAA08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94DBA-ED69-4AAA-B9E0-488E577DF1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6447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299B71B-00FF-6402-8C12-A7BA4B792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A6AB67-7C3C-422C-52D8-1761F9BC7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A4EFB4-C0A2-BCD6-0777-8CFB63D6A3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E60D97-1449-466E-8433-345A44A6BAE0}" type="datetimeFigureOut">
              <a:rPr kumimoji="1" lang="ja-JP" altLang="en-US" smtClean="0"/>
              <a:t>2026/9/12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9543E2-783B-3A9E-BB92-C0E817D9C9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F6BA99-4899-60B9-AD7A-7C38557751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E94DBA-ED69-4AAA-B9E0-488E577DF1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3715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DCB539F-3EA8-F0A6-B839-93E5D57797F7}"/>
              </a:ext>
            </a:extLst>
          </p:cNvPr>
          <p:cNvSpPr txBox="1"/>
          <p:nvPr/>
        </p:nvSpPr>
        <p:spPr>
          <a:xfrm>
            <a:off x="635000" y="635000"/>
            <a:ext cx="762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/>
              <a:t>CopilotOffice 246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4083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小谷 侑輝</dc:creator>
  <cp:lastModifiedBy>小谷 侑輝</cp:lastModifiedBy>
  <cp:revision>1</cp:revision>
  <dcterms:created xsi:type="dcterms:W3CDTF">2026-09-12T02:37:04Z</dcterms:created>
  <dcterms:modified xsi:type="dcterms:W3CDTF">2026-09-12T02:37:04Z</dcterms:modified>
</cp:coreProperties>
</file>