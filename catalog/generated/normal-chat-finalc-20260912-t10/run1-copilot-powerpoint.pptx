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2F9E7-9B8C-EAB2-F810-C966322BD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C6BB94-5E32-D055-7EB4-7F5FF21FD5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8DE549-1635-8746-2985-332B817F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E5BB3A-4513-52A2-080C-EEB6A7B5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E11C9C-2271-0AF5-6085-01F7046A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449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C7F466-A986-C71B-7256-BCC85085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9B09DF-C33C-967A-3765-3F21E97B6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314102-8B31-9F0C-FEEB-B46DDEAB5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7AC527-D3EF-47FA-120D-F0794931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AFB05F-F241-1ACB-056C-13D56C279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155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33ADA2-D4BA-0FA2-B149-2FE8EB21E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CFE8AF-F177-654B-8CDC-A67D49920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2D211F-7722-5366-4162-7413112B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CF97C7-CA39-B692-516F-78D807D5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C7A46D-CC55-8488-8EBF-2D4747CB2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52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0954C-0755-8202-AFB6-FD1B7B84A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F4577E-6310-9F9D-DF4C-6F7D05EA5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6930165-4F38-DD03-242A-AA97DEC02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EF8D6B-9419-958C-5AA4-6C8E0F10A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ECA32-DC39-3047-0A24-A172F42B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40B3D4-B142-2CF2-E832-B1E27C3E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145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55C3C-5ACA-5220-36E5-484F600FD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387359-622A-C711-1A14-8231DAA90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DF11CC1-CBA1-B1CE-4CF8-BF59A5CEC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F74E30-BED1-0F04-0891-0C9F8A3EE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E16B04-4D30-3B55-E7EB-51AF156E9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8D7527-55C8-C60E-3F6F-9D909734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EB37C3-CE6B-1966-80CC-BD3312A8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985CC5-9B93-3DDA-CB11-5D1BF1E8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49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F9C305-4333-19A0-C2F9-D3834C77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55C319F-A412-E43C-CCB7-0B17599C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5DED5F9-505F-30D0-66E6-09C9A723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B532A1-6DC9-1E83-B33A-28BB55F0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74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5675DD7-DDEF-1E1F-4ED6-9D37E70C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A82BD90-1CD7-AABA-A3C3-0E08171DA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15B45C-6DD1-B038-E80E-333D10BF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72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8C877-F5D0-16BF-0C46-61E9C3AF4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4DAD36-A63D-5F89-4F4A-A12105757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DF8C73-CA28-3100-0B39-487A42EF7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807772-7E1F-FF89-65B2-62282623A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C28178-B44F-4C41-37D2-0FD42FEB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AB67BF-8664-07C3-07ED-EF78AB8BC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748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71850C-A41F-303A-9BED-7738BAED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7F1BFB1-E71A-8E81-5F66-B5D949D6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A43E0A3-CEE9-B918-5970-76713EEA1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FE3DE8-2E22-8B50-409D-B595C95F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9787AE-E0DD-C6E9-C116-E8FC47A3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E82DF6-9972-7D67-C029-4E90739D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16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678FF3-A783-AF0A-7FB3-E2C3D1DE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029AD5-E532-1329-79F3-B222DD64D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230DFB-0566-16FA-9845-284C0487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03AFBF-AE42-8131-DB90-263541E1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36505B-047F-303C-6F95-2B9664EE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35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351199-4D45-9BA0-DAE4-BA0CE9B09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7BFEF8-AB82-806F-0147-94130AF5A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791F2C-1E73-6240-8685-1DA7A813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F33159-759F-7581-E7B2-C46D6AAAB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93E9FD-9530-ABD7-612C-BA1F78A2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17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406E2E5-8565-2820-942F-F27C9B8E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EB9FFE-CCA9-3038-4848-C8FBCEA19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3CD6F-CCE7-0E51-0EC6-278FF9BF4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C7D74-D081-4699-81E7-00D5AF0273E7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58A8EE-AA9E-4A20-DAAA-678F8FF3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B03BB5-DAC9-4F5C-EAD2-A11E896A25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9614F-DC25-4EC6-BF70-4688A957AF1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930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78A4AC-0DF7-79F3-EC83-C684385F3E09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668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2026-09-11T22:23:09Z</dcterms:created>
  <dcterms:modified xsi:type="dcterms:W3CDTF">2026-09-11T22:23:09Z</dcterms:modified>
</cp:coreProperties>
</file>