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6A5CD0-44C5-0487-A416-241299865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4BD39DC-BB49-C071-D339-29B94913B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463FAC-2912-54DD-CCB1-2983A0091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8A68BE-4056-46C2-B2D8-445F3701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05986B-1E35-2786-D105-1154B5C8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3013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EF1DD1-3451-E88D-93F4-BB7297E8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83CE7D-F089-628A-9C32-1E95061D0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ACD5A2-B042-1E94-5C5E-D5A14A814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38C323-3B2D-8346-AAB5-838CDE08E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1885B6-D187-7E80-0FF4-DE4FE3D3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37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4272F4-C056-0F40-E0D9-DE6E1AC02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2CE5D4-8D8E-93B1-F68E-79A9AA0CB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3A901B-CF28-3B7E-3CBF-AE30959D1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74EA2E-8C0C-C4F2-CB6C-9FDA5C58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B1D62D-1ABE-0677-CCC0-01767338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620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40B9FC-2E8C-143E-D724-DF3322E6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9B588C-31E9-BD2D-30CC-A8F1B044D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FD507E-5FAF-E664-0EC6-1BFA23CEA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B115B5-76BB-240D-E5B7-8361A5DA7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987F0E-1803-7888-A897-8D1E8E8C1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8899FA-4CDF-2EB1-366A-C7E83725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95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5B3A28-2E59-8679-892A-E312B432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072419-CA54-B7DA-B4B4-73FE8E7E5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B1FA2E-C0DD-6C11-F686-5E70919AE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B6849CB-0E74-008E-0BDB-6A6DE087D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073CDA-0A6F-C5FE-3EDA-9F9473FFB4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ECEB2E2-2402-616B-530E-A7F232CCD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8F26A89-E188-A2BE-A765-7B8C47023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6F1BD7A-0B48-A077-B670-97EFEA6E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108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CB7643-0D13-825D-0C95-654B8231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C59C86-111D-E2DA-7104-015130B7F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1689FB9-7A14-BFC1-33E3-CAA50D2C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9387619-D1D7-0200-F1F5-E1C67BDBA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9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1EABD4D-012C-1780-F9C6-1B6A3265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2390E6A-F597-0BA8-E8F6-588F19BF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6AE580-8E05-721B-C52A-BAA1100B3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9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09F3E3-F90F-D8CF-CE2F-69CCA456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C6DA59-0634-1D4D-A594-2897D9F41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4E7DC8-4AF3-217C-9DDF-374D3DBEE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83B3DB-E551-7837-0799-4746273D7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4BAABB-B328-200A-8C3E-BE37B079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08CBEE-4D1D-7405-8570-7394FB4F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16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6E2535-F43D-841E-0299-3A253B364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4C29832-AB82-3477-5BCC-DC6DF1E7C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288843-392C-6884-1B60-927C3BA7F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781A2D-60A5-CFE9-4BC1-87AC68FC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36DFD8-370E-820A-73AA-08C46E31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12AFE7-A743-1851-FDAC-754DB5F5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08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4E36E-5907-8B45-DA1E-BA7F4C5AC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9DE8D5-3E28-3DAF-34E2-4FF184068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1DE076-B934-392E-BB58-FC1E2596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2D3105-2B55-2B28-CB74-41C75156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162E41-7EC7-2101-79F2-3D439B7F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975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BEBD964-323E-EC48-3A68-8204B5ABB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A196D2C-A2ED-42FB-BD68-337D7F67C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FFC7D7-FE96-3699-A7D6-D90B2AC59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882CD8-9F3B-392C-6B1B-5D60D7E6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9BDD93-3FDA-7885-32C3-7C5879C7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22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2950FF-C174-C8C3-F3F1-B555B9234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3B89BB-0B37-AA17-D054-961EF011D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916B93-9293-1FFC-A707-7755A9179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E35BB8-7DFA-4653-B7B3-A6D4D8E9D439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302C97-C1B0-BED4-8BE9-8A49BE01F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F1221B-ABF9-C7A0-453C-F574A83BE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D81B2-CA9F-4089-AC15-F307214EF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267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9ECF351-2FD3-B2B0-67C4-DA93303DD458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646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2026-09-11T22:23:27Z</dcterms:created>
  <dcterms:modified xsi:type="dcterms:W3CDTF">2026-09-11T22:23:27Z</dcterms:modified>
</cp:coreProperties>
</file>