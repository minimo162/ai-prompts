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AF5AE-FF7C-2744-0C59-4C41C15A5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8CF116-C00C-845E-631C-C5280E1A6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0598AD-1A53-A953-8AF0-A1F93D99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C5A01C-EAB6-73FD-F215-796E59F2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0CC21F-C7A1-1824-3348-BB32E98AC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54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5C1FA-73C6-3659-69AA-E805C3DA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C042D8-104A-42B4-5629-D81F4406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0C7C1F-F48F-8BA9-F6A6-B53F4E61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821D62-3B63-97B7-61D1-4979AADE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192EC7-5B4C-3D0D-78C5-26AE49A3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115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B8BE40-45E3-A0CB-C8A6-8F29939B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F4C197-CABD-C7FE-DA2E-9DCAF1B44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4CA870-9B5C-D999-B964-DA28BB5E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A83FE8-E0C0-42D4-6B2E-AF5A8D27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27F815-2039-D199-4456-2B2C22D5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749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2F724-C51E-1826-4046-E91E7F8F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0C8708-D846-0579-E884-3AD8C7BCAD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19DFAF-BBBB-11DB-C2B1-C2EE0CA21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50C1FB-7572-71F6-B570-54BECFD2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7E91B0-2D8C-89A4-D05B-1CE67BD1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BD0C0E-7714-4B5C-1612-015C083D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09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6C633-C1BA-683E-BB26-E8282F42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ADB767-8AFF-4F43-58C6-3E89203F1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AAB897-489D-ABE5-2B14-E01805080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F024F2B-E855-A256-DF69-BC61C57451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8A7AAE-4539-8CC1-315F-42C42F011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022260-AEFA-3E47-75AE-01660A9C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F555B1-0B37-90B2-4E4A-7EC174BA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DC5DB2-4D71-6DA0-F7A6-35683E23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53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349A36-BF00-722C-DED6-758BD53A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4089238-EB64-0F8F-F499-9013AF4F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144842-C600-07FD-F230-33E1A5E6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5BBED7-F0C7-169E-3111-51EE17C67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43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7BDA82-13D3-EC8A-0A22-08670DB7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932C34-18E1-8CA4-9DFD-7F01B718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7CCCAB-2916-CCAE-BF1E-90AA98B3C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67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8C80C-9A13-502C-CF89-C3062BF9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D3ACCA-12E7-7FE1-E06B-603EF9A43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1F276D-FA01-3C90-0CC8-B303A0942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FBBEC8-05B9-14AC-D759-5554FD2D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839FD3-693B-5F39-B805-F94848FF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D34189-10E5-D100-FE21-C1BDFDC3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81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E3130-CBDA-E8CF-FBAC-BBF02A96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CB3D8E-14C9-1F72-50AB-F0A1B6214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111601-459C-F762-5069-C7A20CD0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0A7161-B715-776F-06A8-5FC959636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AD8622-FFBC-34AA-F7B1-188072DC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F507D6-94B4-46CD-73F1-D9E7323D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27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1C4C3-C36D-1CEB-0D57-85E994344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53435F-F42F-73C5-01D2-AFA65F0BC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09EE58-BE7A-D17B-E23A-79115212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CC8065-58B1-EB64-8890-9C195285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3A43C7-8122-E9FA-D3B3-DEEC4C2C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0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25582B-8125-F0FC-EA09-A87521C6B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134A08-6361-7AD0-7FC2-8C495C00B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1C56F-C88B-C8DC-6137-9EE8261C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398CD8-EDD3-6B2A-20AE-1FB10150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5E5A1B-7CE3-0A8C-B80E-0683A6818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11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244E10-341E-DA61-CD6B-104612DE0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BD7AEB-684F-3C82-3AC5-9269CF931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F3E8E3-C735-A5D1-99CF-21660C082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BD147-DA79-4888-A860-6EFAC072A0AA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F4417F-9424-DE9A-BA92-EF37D07EE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8EC054-2A84-43C4-F2EE-32364BC10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E0866-0A86-4EF9-BEA9-C5A51FEA98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27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EB9C6D-AE2D-33D6-30AE-9FA239B64536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937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2026-09-11T22:47:39Z</dcterms:created>
  <dcterms:modified xsi:type="dcterms:W3CDTF">2026-09-11T22:47:39Z</dcterms:modified>
</cp:coreProperties>
</file>