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47" d="100"/>
          <a:sy n="47" d="100"/>
        </p:scale>
        <p:origin x="72" y="7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91FF1339-2581-BA87-A1BE-858CE05AC0D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E61AD33E-E365-7843-84E8-7549A6DF233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7E51559A-0855-5F45-E7F2-82B426976D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CEC277-3F0F-4E5C-AB67-00F96A67E443}" type="datetimeFigureOut">
              <a:rPr kumimoji="1" lang="ja-JP" altLang="en-US" smtClean="0"/>
              <a:t>2026/9/12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9BE45C3F-5C77-267A-7076-38F12DAD24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6DCA3812-09B0-5383-6396-812EE3E736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3F532A-07AE-44CD-9152-9F647ACBEC96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25031652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7118BCA1-FC1F-16F2-48E1-35AE498569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29A3B335-BE39-70ED-4C5F-16C012506A0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73437FAE-6199-9E2C-61DE-EC4B0068F8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CEC277-3F0F-4E5C-AB67-00F96A67E443}" type="datetimeFigureOut">
              <a:rPr kumimoji="1" lang="ja-JP" altLang="en-US" smtClean="0"/>
              <a:t>2026/9/12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E592E83E-A0BD-5B12-01AA-F2FE1F6D3C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DA520C5F-163E-DFF6-C328-D48195E572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3F532A-07AE-44CD-9152-9F647ACBEC96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24387208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C17D8E7-BED9-FB6C-2B39-DDC6767888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83C0E18E-3D39-31F0-A03B-7E059D540CD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76120C90-20A5-9008-0FB9-EE03DB315E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CEC277-3F0F-4E5C-AB67-00F96A67E443}" type="datetimeFigureOut">
              <a:rPr kumimoji="1" lang="ja-JP" altLang="en-US" smtClean="0"/>
              <a:t>2026/9/12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B81B69BD-18CA-BEDA-9341-0D5EB2EBE5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6E726E6C-B776-4F0C-5BBF-3A6BCA580F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3F532A-07AE-44CD-9152-9F647ACBEC96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36051651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F4072E0F-370B-23CD-4890-7E154CCBA9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CFA0E490-B88B-A3F1-8AAE-8F68A28A58A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4BBA214E-1966-C94D-5D11-47C7800A983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E618AC1D-C077-9AD3-C3CE-12F1B462F6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CEC277-3F0F-4E5C-AB67-00F96A67E443}" type="datetimeFigureOut">
              <a:rPr kumimoji="1" lang="ja-JP" altLang="en-US" smtClean="0"/>
              <a:t>2026/9/12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A640420C-D651-39A4-D044-2BA37DF09E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089417DC-4D0A-A5AF-E90F-C8398C348B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3F532A-07AE-44CD-9152-9F647ACBEC96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62518355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C1F37EAE-ADEE-872F-9E92-AE60A38CC1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B1E7ECC6-610D-FB80-D2FB-3EFC8D550B5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E1B25DBC-60EE-CF5F-91CF-7244D916988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E041CE49-415A-BEA4-3C4C-819CBCA03B3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880D5361-0377-7DAD-DA2F-CA2BCCF1A7D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6FD454C1-048E-414B-D144-1D2C119C10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CEC277-3F0F-4E5C-AB67-00F96A67E443}" type="datetimeFigureOut">
              <a:rPr kumimoji="1" lang="ja-JP" altLang="en-US" smtClean="0"/>
              <a:t>2026/9/12</a:t>
            </a:fld>
            <a:endParaRPr kumimoji="1" lang="ja-JP" altLang="en-US"/>
          </a:p>
        </p:txBody>
      </p:sp>
      <p:sp>
        <p:nvSpPr>
          <p:cNvPr id="8" name="フッター プレースホルダー 7">
            <a:extLst>
              <a:ext uri="{FF2B5EF4-FFF2-40B4-BE49-F238E27FC236}">
                <a16:creationId xmlns:a16="http://schemas.microsoft.com/office/drawing/2014/main" id="{3550D4AA-D878-E91F-B61A-2D261285C0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02B6C906-3131-E0A1-5329-64EA4567CC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3F532A-07AE-44CD-9152-9F647ACBEC96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34973858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C110D426-8299-C125-8F9F-A7E524EF96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FAEAB677-323C-B44F-18CF-09A88B0DE2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CEC277-3F0F-4E5C-AB67-00F96A67E443}" type="datetimeFigureOut">
              <a:rPr kumimoji="1" lang="ja-JP" altLang="en-US" smtClean="0"/>
              <a:t>2026/9/12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ECB5D097-0DD0-C4B7-4011-A4AE2787FC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BCA39F7B-4006-1DB4-586F-871C920122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3F532A-07AE-44CD-9152-9F647ACBEC96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0505479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80AEC0EA-44C8-8899-48CD-C8DE0996FD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CEC277-3F0F-4E5C-AB67-00F96A67E443}" type="datetimeFigureOut">
              <a:rPr kumimoji="1" lang="ja-JP" altLang="en-US" smtClean="0"/>
              <a:t>2026/9/12</a:t>
            </a:fld>
            <a:endParaRPr kumimoji="1"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E702BA2D-64C4-4A18-16F5-AA2D660024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19DF6D9A-4005-774B-12CA-72DA280431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3F532A-07AE-44CD-9152-9F647ACBEC96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53895857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109E3028-9678-601F-C4FC-BE099B3114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59481474-D374-E1AA-E984-73F800AE648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554C4405-0202-AF7F-A3AB-8D754832847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9C441D4E-A5A0-620A-9342-078A53B664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CEC277-3F0F-4E5C-AB67-00F96A67E443}" type="datetimeFigureOut">
              <a:rPr kumimoji="1" lang="ja-JP" altLang="en-US" smtClean="0"/>
              <a:t>2026/9/12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B9B50D58-110A-0BEB-01AA-30BC492424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DBB78873-A19F-502A-FD70-4AC97DDFFD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3F532A-07AE-44CD-9152-9F647ACBEC96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09888301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7312640E-C093-80D4-7E88-D1FD221106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>
            <a:extLst>
              <a:ext uri="{FF2B5EF4-FFF2-40B4-BE49-F238E27FC236}">
                <a16:creationId xmlns:a16="http://schemas.microsoft.com/office/drawing/2014/main" id="{94EF8E0E-3E20-FD9D-DEA0-2D6F1FE0169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4A68692A-8D1E-12CC-91F0-A17E2F150A1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31FE57C1-9BFA-8363-77B0-596692992E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CEC277-3F0F-4E5C-AB67-00F96A67E443}" type="datetimeFigureOut">
              <a:rPr kumimoji="1" lang="ja-JP" altLang="en-US" smtClean="0"/>
              <a:t>2026/9/12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C059DD43-F994-5620-01F4-ACF8C78093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32958C44-C5D1-D833-0958-3448D5A731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3F532A-07AE-44CD-9152-9F647ACBEC96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92322299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255F2AF8-6898-0D6F-22F6-32C031E1D5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7AD6D250-AF1A-351B-4674-B53A68EDE94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A98E8E43-5412-F23A-FBFB-12EBA65D27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CEC277-3F0F-4E5C-AB67-00F96A67E443}" type="datetimeFigureOut">
              <a:rPr kumimoji="1" lang="ja-JP" altLang="en-US" smtClean="0"/>
              <a:t>2026/9/12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EB92E08A-ECEF-1FE1-4B27-A676E17892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25E4D12A-2A0D-7828-5D40-291BECDBD8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3F532A-07AE-44CD-9152-9F647ACBEC96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12511646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>
            <a:extLst>
              <a:ext uri="{FF2B5EF4-FFF2-40B4-BE49-F238E27FC236}">
                <a16:creationId xmlns:a16="http://schemas.microsoft.com/office/drawing/2014/main" id="{DB42A4E9-5346-6152-8AFC-1518A6279B0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A259742F-7D9C-547A-2FA5-665900C6BDA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BD28B275-4B5E-A8E2-0A9D-E54B16E33A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CEC277-3F0F-4E5C-AB67-00F96A67E443}" type="datetimeFigureOut">
              <a:rPr kumimoji="1" lang="ja-JP" altLang="en-US" smtClean="0"/>
              <a:t>2026/9/12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95FB2A6A-1EA2-E053-897F-502683A46C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6D78D784-7A77-4382-E267-607B6DA51C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3F532A-07AE-44CD-9152-9F647ACBEC96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20312210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BFDBF1E4-F466-E5E3-1199-9DC3EB5D7A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379DFB2F-2BFC-06F3-4D80-A7828B280ED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F649944C-8D55-350D-AC4B-7E80E2EB007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2CEC277-3F0F-4E5C-AB67-00F96A67E443}" type="datetimeFigureOut">
              <a:rPr kumimoji="1" lang="ja-JP" altLang="en-US" smtClean="0"/>
              <a:t>2026/9/12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17EE1558-20A9-4465-2F3F-B227066927B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B5F3BC75-01DE-F971-79E0-3B1CB90A5A6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83F532A-07AE-44CD-9152-9F647ACBEC96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83803688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E4833B82-9CC8-EF3E-CA1C-193FB99BF00A}"/>
              </a:ext>
            </a:extLst>
          </p:cNvPr>
          <p:cNvSpPr txBox="1"/>
          <p:nvPr/>
        </p:nvSpPr>
        <p:spPr>
          <a:xfrm>
            <a:off x="635000" y="635000"/>
            <a:ext cx="7620000" cy="36933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/>
              <a:t>CopilotOffice 246</a:t>
            </a:r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06572639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游ゴシック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</Words>
  <Application>Microsoft Office PowerPoint</Application>
  <PresentationFormat>ワイド画面</PresentationFormat>
  <Paragraphs>1</Paragraphs>
  <Slides>1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3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1</vt:i4>
      </vt:variant>
    </vt:vector>
  </HeadingPairs>
  <TitlesOfParts>
    <vt:vector size="5" baseType="lpstr">
      <vt:lpstr>游ゴシック</vt:lpstr>
      <vt:lpstr>游ゴシック Light</vt:lpstr>
      <vt:lpstr>Arial</vt:lpstr>
      <vt:lpstr>Office テーマ</vt:lpstr>
      <vt:lpstr>PowerPoint プレゼンテーション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小谷 侑輝</dc:creator>
  <cp:lastModifiedBy>小谷 侑輝</cp:lastModifiedBy>
  <cp:revision>1</cp:revision>
  <dcterms:created xsi:type="dcterms:W3CDTF">2026-09-11T22:47:22Z</dcterms:created>
  <dcterms:modified xsi:type="dcterms:W3CDTF">2026-09-11T22:47:22Z</dcterms:modified>
</cp:coreProperties>
</file>